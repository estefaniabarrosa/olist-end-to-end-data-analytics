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C158997-619D-45DE-B5C4-045A2819F88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olist_business_dashboard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FE7F1EE-9A1E-4160-AA3D-CC69DDAC1A2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08/28/2026 10:11:24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thly GMV Evolution" id="2" name="slide2">
            <a:extLst>
              <a:ext uri="{FF2B5EF4-FFF2-40B4-BE49-F238E27FC236}">
                <a16:creationId xmlns:a16="http://schemas.microsoft.com/office/drawing/2014/main" id="{76084E02-01E4-4589-9F98-D04396B9D6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973"/>
            <a:ext cx="12192000" cy="669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3" name="slide3">
            <a:extLst>
              <a:ext uri="{FF2B5EF4-FFF2-40B4-BE49-F238E27FC236}">
                <a16:creationId xmlns:a16="http://schemas.microsoft.com/office/drawing/2014/main" id="{CE2DF021-74E0-4945-B5DA-012A3FEAE5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siness KPI Cards" id="4" name="slide4">
            <a:extLst>
              <a:ext uri="{FF2B5EF4-FFF2-40B4-BE49-F238E27FC236}">
                <a16:creationId xmlns:a16="http://schemas.microsoft.com/office/drawing/2014/main" id="{CB39745D-A506-4221-8389-D0884D35EF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667000"/>
            <a:ext cx="85344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quisition Channel Performance" id="5" name="slide5">
            <a:extLst>
              <a:ext uri="{FF2B5EF4-FFF2-40B4-BE49-F238E27FC236}">
                <a16:creationId xmlns:a16="http://schemas.microsoft.com/office/drawing/2014/main" id="{5AC63941-9EBE-4F56-BBA7-681229A908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737" y="1362075"/>
            <a:ext cx="572452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livery Performance by State" id="6" name="slide6">
            <a:extLst>
              <a:ext uri="{FF2B5EF4-FFF2-40B4-BE49-F238E27FC236}">
                <a16:creationId xmlns:a16="http://schemas.microsoft.com/office/drawing/2014/main" id="{A89E427E-976A-4F18-88E2-7846739B28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04925"/>
            <a:ext cx="624840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livery Impact on Satisfaction" id="7" name="slide7">
            <a:extLst>
              <a:ext uri="{FF2B5EF4-FFF2-40B4-BE49-F238E27FC236}">
                <a16:creationId xmlns:a16="http://schemas.microsoft.com/office/drawing/2014/main" id="{AD769348-9AAA-43EA-810E-471F6F9D212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137" y="1095375"/>
            <a:ext cx="77057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Product Categories at Customer Experience Risk" id="8" name="slide8">
            <a:extLst>
              <a:ext uri="{FF2B5EF4-FFF2-40B4-BE49-F238E27FC236}">
                <a16:creationId xmlns:a16="http://schemas.microsoft.com/office/drawing/2014/main" id="{437058C9-A8BE-4B78-B32E-EEB81C7AEC1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887" y="1233487"/>
            <a:ext cx="942022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ller Performance Concentration" id="9" name="slide9">
            <a:extLst>
              <a:ext uri="{FF2B5EF4-FFF2-40B4-BE49-F238E27FC236}">
                <a16:creationId xmlns:a16="http://schemas.microsoft.com/office/drawing/2014/main" id="{6D3BBDE1-AFC3-4316-891D-58636ECAFEA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088" y="0"/>
            <a:ext cx="91178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" id="10" name="slide10">
            <a:extLst>
              <a:ext uri="{FF2B5EF4-FFF2-40B4-BE49-F238E27FC236}">
                <a16:creationId xmlns:a16="http://schemas.microsoft.com/office/drawing/2014/main" id="{181D4B09-88A8-4F8B-8086-18F8490C030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0"/>
            <a:ext cx="1066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2026-08-28T09:11:24Z</dcterms:created>
  <dcterms:modified xsi:type="dcterms:W3CDTF">2026-08-28T09:11:24Z</dcterms:modified>
</cp:coreProperties>
</file>